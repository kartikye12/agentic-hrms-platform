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1097280"/>
            <a:ext cx="999713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731520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ACADEMIC &amp; ENTERPRISE PROJECT SUBMISSION</a:t>
            </a:r>
          </a:p>
          <a:p>
            <a:pPr>
              <a:spcAft>
                <a:spcPts val="1000"/>
              </a:spcAft>
              <a:defRPr sz="3800" b="1">
                <a:solidFill>
                  <a:srgbClr val="FFFFFF"/>
                </a:solidFill>
              </a:defRPr>
            </a:pPr>
            <a:r>
              <a:t>Agentic HRMS Platform</a:t>
            </a:r>
          </a:p>
          <a:p>
            <a:pPr>
              <a:spcAft>
                <a:spcPts val="3000"/>
              </a:spcAft>
              <a:defRPr sz="1800">
                <a:solidFill>
                  <a:srgbClr val="CBD5E1"/>
                </a:solidFill>
              </a:defRPr>
            </a:pPr>
            <a:r>
              <a:t>Enterprise Workforce Intelligence, Predictive Attrition ML, NLP Skill Gap Engine, and RAG HR Policy Assistant</a:t>
            </a:r>
          </a:p>
          <a:p>
            <a:pPr>
              <a:defRPr sz="1400">
                <a:solidFill>
                  <a:srgbClr val="10B981"/>
                </a:solidFill>
              </a:defRPr>
            </a:pPr>
            <a:r>
              <a:t>🌐 Live App URL: https://agentic-hrms-platform-eg2shfc5usckxqh5b7g2zc.streamlit.app/</a:t>
            </a:r>
            <a:br/>
            <a:r>
              <a:t>🐙 GitHub Repository: https://github.com/Kartikye12/agentic-hrms-platform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Background &amp; Executive 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E11D48"/>
                </a:solidFill>
              </a:defRPr>
            </a:pPr>
            <a:r>
              <a:t>❌ Traditional HR Challenges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Reactive Turnover: HR identifies employee attrition after resignation notices are submitted.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Keyword Matching Flaws: Legacy skill tracking fails to match semantic synonyms (e.g. 'PyTorch' vs 'Deep Learning').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Static Training Plans: Non-personalized learning paths lead to low course completion rates.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HR Policy Support Overhead: Repetitive employee inquiries overload HR operations staff.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2000" b="1">
                <a:solidFill>
                  <a:srgbClr val="10B981"/>
                </a:solidFill>
              </a:defRPr>
            </a:pPr>
            <a:r>
              <a:t>✅ The Agentic HRMS Solution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Predictive Risk Analytics: ML model identifies high-risk employees early with explainable drivers.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NLP Embedding Similarity: Transformer embeddings calculate exact semantic skill gap percentages.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Automated Course Mapping: Maps missing skill gaps directly to LMS course catalogs.</a:t>
            </a:r>
          </a:p>
          <a:p>
            <a:pPr>
              <a:spcAft>
                <a:spcPts val="1000"/>
              </a:spcAft>
              <a:defRPr sz="1400">
                <a:solidFill>
                  <a:srgbClr val="1E293B"/>
                </a:solidFill>
              </a:defRPr>
            </a:pPr>
            <a:r>
              <a:t>• RAG HR Policy Assistant: Vector retrieval + Gemini LLM synthesizes grounded policy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— 7 Core AI Engines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1. Leadership Heatmap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Aggregates org skill shortfalls &amp; recommends Hire vs Reskill ratio.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2. Attrition Predictor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Random Forest ML model evaluating 30+ parameters &amp; risk drivers.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146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3. Skill Gap Engine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NLP Transformer (all-MiniLM-L6-v2) cosine similarity matching.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51460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4. Course Recommender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Maps individual skill gaps to prioritized internal/external LMS modules.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5. Career Trajectory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Simulates multi-stage career progression &amp; post-training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749039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6. RAG Policy Q&amp;A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Vector search over 12 HR policies with optional Gemini LLM grounding.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983480"/>
            <a:ext cx="5212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600" b="1">
                <a:solidFill>
                  <a:srgbClr val="2563EB"/>
                </a:solidFill>
              </a:defRPr>
            </a:pPr>
            <a:r>
              <a:t>7. Agentic Router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Natural language intent router dispatching queries to specialized engines.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Engineering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🐍 Python &amp; Data Science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Pandas, NumPy, Scikit-learn (RandomForest, LabelEncoder, Cosine Similarity)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56032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🤖 NLP &amp; Generative AI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SentenceTransformers (all-MiniLM-L6-v2), Google Gemini API (gemini-flash-latest)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📊 Frontend &amp; Data Viz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Streamlit 1.30+, Plotly Express / Graph Objects (Gauges, Grouped Bar Charts), HTML5/CSS3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937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🚀 Deployment &amp; DevOps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Git Version Control, GitHub Repository, Streamlit Community Cloud (Auto-CI/CD)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AGENTIC HRMS PLATFORM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Key Project Results &amp; Deployment Milestones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Milestone 1</a:t>
            </a:r>
          </a:p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86%+ Predictive Accuracy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Trained on IBM HR Attrition dataset (1,470 records), providing explainability on salary, overtime, and tenure.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6304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Milestone 2</a:t>
            </a:r>
          </a:p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100% Cloud Deployment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Published live on Streamlit Cloud with automatic GitHub CI/CD triggers on every commit.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63040"/>
            <a:ext cx="3413455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🎯 Milestone 3</a:t>
            </a:r>
          </a:p>
          <a:p>
            <a:pPr>
              <a:spcAft>
                <a:spcPts val="1400"/>
              </a:spcAft>
              <a:defRPr sz="2000" b="1">
                <a:solidFill>
                  <a:srgbClr val="2563EB"/>
                </a:solidFill>
              </a:defRPr>
            </a:pPr>
            <a:r>
              <a:t>12 Policy Vector Index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Instant semantic retrieval over parental leave, travel, setup allowance, and payroll policies.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