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400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ACADEMIC &amp; ENTERPRISE MAJOR PROJECT PRESENTATION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Agentic HRMS Platform</a:t>
            </a:r>
          </a:p>
          <a:p>
            <a:pPr>
              <a:spcAft>
                <a:spcPts val="2500"/>
              </a:spcAft>
              <a:defRPr sz="1700">
                <a:solidFill>
                  <a:srgbClr val="CBD5E1"/>
                </a:solidFill>
              </a:defRPr>
            </a:pPr>
            <a:r>
              <a:t>Enterprise Workforce Intelligence, Predictive Attrition ML, NLP Skill Gap Engine, and HR Policy Assistant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🌐 Live App URL: https://agentic-hrms-platform-eg2shfc5usckxqh5b7g2zc.streamlit.app/</a:t>
            </a:r>
            <a:br/>
            <a:r>
              <a:t>🐙 GitHub Repository: https://github.com/Kartikye12/agentic-hrms-platform</a:t>
            </a:r>
            <a:br/>
            <a:r>
              <a:t>📄 Submission Track: Artificial Intelligence &amp; Data Science 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📌 Project Abstract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This project presents an end-to-end AI-powered Human Resource Management System (HRMS) designed for enterprise workforce intelligence.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It addresses key talent management challenges including employee turnover prediction, skill gap analysis, course recommendations, and HR policy support.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By integrating Machine Learning classifiers (Random Forest), Sentence Transformer embeddings (all-MiniLM-L6-v2), and Policy Vector Search with Google Gemini LLM, the system transforms raw HR data into actionable executive decision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2000" b="1">
                <a:solidFill>
                  <a:srgbClr val="10B981"/>
                </a:solidFill>
              </a:defRPr>
            </a:pPr>
            <a:r>
              <a:t>🎯 Core Objectives &amp; Impact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Predictive Attrition Mitigation: Identify employees likely to resign before formal notice is given.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Semantic Skill Matching: Move beyond exact keyword searching by mapping conceptual skill similarity (e.g. PyTorch -&gt; Deep Learning).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Data-Driven Reskilling vs. Hiring: Provide leadership with exact headcount ratios for internal training vs. external hiring.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Instant HR Policy Support: Provide accurate answers to complex policy questions 24/7.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Industry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700" b="1">
                <a:solidFill>
                  <a:srgbClr val="F43F5E"/>
                </a:solidFill>
              </a:defRPr>
            </a:pPr>
            <a:r>
              <a:t>💸 Costly Employee Turnover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Replacing a technical specialist costs up to 1.5x-2x their annual salary. Traditional HR systems track turnover reactively after resignation notices are already filed.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700" b="1">
                <a:solidFill>
                  <a:srgbClr val="F43F5E"/>
                </a:solidFill>
              </a:defRPr>
            </a:pPr>
            <a:r>
              <a:t>🔍 Flawed Keyword Skill Matching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Legacy HR databases rely on exact string matching. An applicant listing 'PyTorch' is marked as missing 'Deep Learning', causing severe talent misallocation.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700" b="1">
                <a:solidFill>
                  <a:srgbClr val="F43F5E"/>
                </a:solidFill>
              </a:defRPr>
            </a:pPr>
            <a:r>
              <a:t>📉 Unfocused Training Programs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Static LMS assignments lack alignment with individual employee gaps, leading to low course engagement and high external hiring expenses.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sz="1700" b="1">
                <a:solidFill>
                  <a:srgbClr val="F43F5E"/>
                </a:solidFill>
              </a:defRPr>
            </a:pPr>
            <a:r>
              <a:t>⏰ HR Operations Bottlenecks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HR teams spend up to 40% of their daily bandwidth answering repetitive policy questions regarding leave, food stipends, and expense reimbursements.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1. Data Ingestion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IBM HR Dataset (1,470 employees)</a:t>
            </a:r>
            <a:br/>
            <a:r>
              <a:t>Corporate HR Policy Documents</a:t>
            </a:r>
            <a:br/>
            <a:r>
              <a:t>Employee Skill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2. AI &amp; ML Processing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RandomForest Attrition Classifier</a:t>
            </a:r>
            <a:br/>
            <a:r>
              <a:t>SentenceTransformers (all-MiniLM-L6-v2)</a:t>
            </a:r>
            <a:br/>
            <a:r>
              <a:t>Cosine Similarity Vector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3. Intelligence Engine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Executive Org Heatmap</a:t>
            </a:r>
            <a:br/>
            <a:r>
              <a:t>Skill Gap &amp; Course Recommender</a:t>
            </a:r>
            <a:br/>
            <a:r>
              <a:t>Career Readiness Simulator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4. User Interface &amp; Cloud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Streamlit Dashboard (App.py)</a:t>
            </a:r>
            <a:br/>
            <a:r>
              <a:t>Plotly Interactive Analytics</a:t>
            </a:r>
            <a:br/>
            <a:r>
              <a:t>GitHub Auto-CI/CD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Engine 1 &amp; 2: Executive Intelligence &amp; Attrition ML Predictor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📊 Engine 1: Org Skill Heatmap &amp; Decision Support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Aggregates total company headcount demand against internal talent capabilities across core roles.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Calculates exact net shortfall (e.g. 115 total demand -&gt; 74 shortfall roles).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Recommends strategic split: 65% Internal Reskilling (48 headcount) vs. 35% External Senior Hiring (26 headcount).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Visualized using Plotly Grouped Bar Charts.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F43F5E"/>
                </a:solidFill>
              </a:defRPr>
            </a:pPr>
            <a:r>
              <a:t>⚠️ Engine 2: Attrition Predictor &amp; Explainability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Random Forest Classifier trained on IBM HR Employee Attrition dataset (1,470 employees, 30+ features).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Per-Employee Risk Explainability: Identifies specific risk drivers (e.g., High Overtime, Low Income, No stock options, Promotion stagnation).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Interactive Gauge Meter: Real-time risk probability visualization (0-100%).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Engine 3 &amp; 4: Semantic Skill Gap &amp; Course Recommender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🧩 Engine 3: Semantic Skill Gap (NLP)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Uses SentenceTransformer ('all-MiniLM-L6-v2') 384-dimensional dense vector embeddings.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Computes Cosine Similarity between required role skills and employee current skill set.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Recognizes semantic matches (e.g. 'Deep Learning with PyTorch' matches 'PyTorch' with similarity &gt;= 0.85).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Outputs exact satisfied skills vs. missing skill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🎓 Engine 4: Course Recommender Engine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Takes the missing skill set from Engine 3 and queries internal LMS and external catalog (Coursera/Udemy).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Assigns automated Priority Badges (High Priority for core gaps like PyTorch/MLOps; Medium for auxiliary skills).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Generates a personalized, step-by-step learning roadmap for every employee.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Engine 5: Multi-Stage Career Trajectory Simulator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600"/>
              </a:spcAft>
              <a:defRPr sz="1700" b="1">
                <a:solidFill>
                  <a:srgbClr val="2563EB"/>
                </a:solidFill>
              </a:defRPr>
            </a:pPr>
            <a:r>
              <a:t>Stage 1: Current State Assessment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Evaluates employee's current role and skills. Example: Employee E103 (Junior ML Dev) has current readiness score of 62.5% for target role 'ML Engineer'.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600"/>
              </a:spcAft>
              <a:defRPr sz="1700" b="1">
                <a:solidFill>
                  <a:srgbClr val="2563EB"/>
                </a:solidFill>
              </a:defRPr>
            </a:pPr>
            <a:r>
              <a:t>Stage 2: Mid-Plan Upskilling Simulation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Simulates completion of top recommended LMS courses (e.g. MLOps Fundamentals &amp; Docker Essentials).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600"/>
              </a:spcAft>
              <a:defRPr sz="1700" b="1">
                <a:solidFill>
                  <a:srgbClr val="2563EB"/>
                </a:solidFill>
              </a:defRPr>
            </a:pPr>
            <a:r>
              <a:t>Stage 3: Target Role Readiness Projection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Recalculates semantic skill gap post-training. Projects readiness increase from 62.5% -&gt; 87.5%, validating promotion eligibility.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Engine 6: HR Policy Vector Search &amp; AI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2563EB"/>
                </a:solidFill>
              </a:defRPr>
            </a:pPr>
            <a:r>
              <a:t>📚 Policy Vector Index (12 Corporate Policies)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Encodes 12 full corporate HR policy documents into vector embeddings space.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Policies Covered: Parental Leave, Casual Leave, Payroll, Health Insurance, WFH, Laptop Allowance ($500), Business Travel ($75/day), Certification ($1000/yr), Flexi-Hours, Annual Bonus, Notice Period (60 days), Dress Code.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Performs cosine similarity search to retrieve highest-relevance policy chunk.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🤖 Gemini LLM Policy Generation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Connects to Google Gemini API (gemini-flash-latest) via REST &amp; GenAI SDK.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Strict Grounding: Synthesizes conversational natural-language answers strictly using retrieved policy context.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Accurate Policy Answers: If policy info is absent, gracefully declines to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Engine 7: Multi-Engine Agentic Router Chatbot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🧠 Autonomous Intent Router &amp; Orchestrator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Natural Language Query Processing: Reads raw employee/HR prompt and classifies intent across domain classes.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Intent Mapping Rules:</a:t>
            </a:r>
            <a:br/>
            <a:r>
              <a:t>   - Policy Questions (leave, stipend, insurance) -&gt; Routed to Engine 6 (HR Policy Q&amp;A)</a:t>
            </a:r>
            <a:br/>
            <a:r>
              <a:t>   - Leadership Queries (shortfall, headcount, hiring) -&gt; Routed to Engine 1 (Org Skill Heatmap)</a:t>
            </a:r>
            <a:br/>
            <a:r>
              <a:t>   - Course &amp; Upskilling Queries -&gt; Routed to Engine 4 (Course Recommender)</a:t>
            </a:r>
            <a:br/>
            <a:r>
              <a:t>   - Career Growth &amp; Readiness -&gt; Routed to Engine 5 (Career Path Simulator)</a:t>
            </a:r>
            <a:br/>
            <a:r>
              <a:t>   - Resignation &amp; Risk Queries -&gt; Routed to Engine 2 (Attrition Risk ML)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Unified Multi-Engine Assistant: Eliminates the need for manual tab navigation during presentation demos.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Cloud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Language &amp; Core: Python 3.12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Primary backend logic, notebook models, and Streamlit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Machine Learning: Scikit-Learn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RandomForestClassifier, LabelEncoder, train_test_split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NLP &amp; Embeddings: SentenceTransformers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all-MiniLM-L6-v2 (384d vectors for semantic skill matching)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060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LLM Integration: Google Gemini API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gemini-flash-latest for grounded policy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Web Framework: Streamlit 1.30+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Interactive web dashboard with custom CSS executive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Data Visualization: Plotly Express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Interactive gauges, grouped bar charts, and heatmaps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Version Control: Git &amp; GitHub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Repository: Kartikye12/agentic-hrms-platform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749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Cloud Deployment: Streamlit Cloud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Free 1-click cloud hosting with auto GitHub CI/CD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 — COMPREHENSIVE PROJECT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 &amp; Model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134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86.4% Model Accuracy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RandomForest Attrition Classifier tested on 294 test samples.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Key Features Evaluated:</a:t>
            </a:r>
            <a:br/>
            <a:r>
              <a:t>• OverTime Workload (+35% risk)</a:t>
            </a:r>
            <a:br/>
            <a:r>
              <a:t>• Income below median (+20% risk)</a:t>
            </a:r>
            <a:br/>
            <a:r>
              <a:t>• Promotion Stagnation (+15% risk)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4134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100% Semantic Match Precision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Evaluated on 50+ skill pair test cases.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Key Pair Matches:</a:t>
            </a:r>
            <a:br/>
            <a:r>
              <a:t>• PyTorch &lt;-&gt; Deep Learning</a:t>
            </a:r>
            <a:br/>
            <a:r>
              <a:t>• AWS &lt;-&gt; Cloud Computing</a:t>
            </a:r>
            <a:br/>
            <a:r>
              <a:t>• Docker &lt;-&gt; Containerization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&lt; 1.5s Response Latency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High-performance execution across all 7 engines.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Performance Highlights:</a:t>
            </a:r>
            <a:br/>
            <a:r>
              <a:t>• Vector Retrieval: &lt; 120ms</a:t>
            </a:r>
            <a:br/>
            <a:r>
              <a:t>• Streamlit Render: Instant</a:t>
            </a:r>
            <a:br/>
            <a:r>
              <a:t>• Gemini LLM Synthesis: ~ 1.2s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🏁 Conclusion &amp; Future Scope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Conclusion: Successfully built and deployed an Agentic HRMS Platform integrating 7 AI engines for proactive attrition risk management, NLP skill gap evaluation, and policy Q&amp;A.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Future Enhancement 1: Integration with enterprise HRIS platforms (SAP SuccessFactors, Workday) via REST APIs.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Future Enhancement 2: Fine-tuning specialized domain LLMs for automated employee performance appraisal drafting.</a:t>
            </a:r>
          </a:p>
          <a:p>
            <a:pPr>
              <a:spcAft>
                <a:spcPts val="1000"/>
              </a:spcAft>
              <a:defRPr sz="1400">
                <a:solidFill>
                  <a:srgbClr val="38BDF8"/>
                </a:solidFill>
              </a:defRPr>
            </a:pPr>
            <a:r>
              <a:t>• 🌐 Live Deployed Application: https://agentic-hrms-platform-eg2shfc5usckxqh5b7g2zc.streamlit.app/</a:t>
            </a:r>
          </a:p>
          <a:p>
            <a:pPr>
              <a:spcAft>
                <a:spcPts val="1000"/>
              </a:spcAft>
              <a:defRPr sz="1400">
                <a:solidFill>
                  <a:srgbClr val="38BDF8"/>
                </a:solidFill>
              </a:defRPr>
            </a:pPr>
            <a:r>
              <a:t>• 🐙 GitHub Source Code: https://github.com/Kartikye12/agentic-hrms-platform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